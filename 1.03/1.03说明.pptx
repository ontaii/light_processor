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1A660-D8F9-8714-74F8-10406814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2A21E6-887B-91E4-DB13-4707004F4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D3015D-A6D2-5184-479B-538E78F4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74C57-9544-0D77-A561-698FEEFE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C7E17-6E0E-A757-516A-5890A137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08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B0F44-BDBD-BB70-E51E-90C1BED1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51BD7-B480-1DAC-47D1-45B1EBA13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EE0A7-E179-DDFB-6B8A-BAEECC2E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C62E8A-DAAC-6A5B-1EE8-30EE2788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8BC75-B317-E711-2755-1AAE4587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22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D2848-F3B8-5A2F-540F-5FD3247A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49905F-D57A-1AC6-BF7E-BC18831B4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B389C4-1C34-BA11-5BF6-E5156DBC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783D4-016A-84AA-9AFE-D7893836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3B11B-9EA5-8EC5-103E-E12E17A4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46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99989-7280-C37D-6308-6D25CF27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DA809-E770-6895-4E6C-9FE121D65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8CBE44-5EA1-DD84-E652-3E7149A47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7C915-0440-33D6-880E-DAFDF5A7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F7BFE-DDC6-B91F-8B69-DCE285C1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CCBBDC-713F-4D98-E4B8-E20029E8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24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B27F1-781F-0FB3-5C43-BE4C6D53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677D0F-B47F-E8CB-172D-D6C0C6CE5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898843-E4C0-7004-F40A-E28AB80B7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8C3821-3139-5254-8216-696E0242A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99DA48-F61F-6779-4B4B-92DC5CF10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E87013-67D0-2B87-2F67-AC0E2D27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4670A2-87DB-D1E8-14CF-F21E14B0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DC39DB-A56F-C0A1-27F5-63E4BA5F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220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BC33D-8759-8331-9FEC-4625C05C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0FEDCA-0571-E8C6-DCF2-658C94EC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994766-A220-C0E4-754F-0CFF7DAE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DDE6EF-CB8C-E17E-5302-490BA208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14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FE35D7-0089-A093-AA53-A5941D7F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3B10FB-3CF5-3BFF-CED1-127CD05F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06C95B-C21B-842E-688C-03BB29AD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14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DC21F-F62A-C652-94B8-10FB49545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3E54C9-3273-1303-329C-C0D20FAA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9BFEB1-B891-FC71-6CAB-8F2816E5C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37A236-43D1-5166-67A7-AAC1B08D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FAE383-4D14-6099-C9C8-74DDD392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55A8F1-968F-C6CB-01F1-562E15A1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14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392E6-DFBF-D0B1-D03C-035EDB0E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E894F4-81F8-B1DD-F4B4-98D21A59A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3158A-029D-BE93-FE9A-EB55E19D4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B060BF-FD65-A16A-D9C2-486DD0F9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89ED17-6182-5742-DF0B-9CE41631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3B6B48-F537-A5DF-E477-53BCB51E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267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45FEE-9DA9-1B4B-37AA-6C54B851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BDF71-8134-6724-5B48-7FC5426D1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8613F-AA82-756A-4888-AB77FEC7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0BE255-99F9-8EAD-8486-BC5A4D69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78A13-78D4-0D9B-5AEA-0E7A8B55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74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27B950-094C-396F-15EC-BBDD8168F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0E430C-D114-BFF2-429B-DEC53CA2A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F2306-E837-EC93-961E-6DCE7ED8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89615-68D4-FB3A-3424-B15C90CC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9F199-6975-EFFF-4D79-1E2D15E2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33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49E101-BBC9-E658-3739-E07E25B6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078DD-2B53-CBDE-DD27-BEE3F94C6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A503A-36C3-8797-318D-19A848D4D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0768A-C850-46C6-942B-39F461C1DED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B99D2-08E4-4AC4-FE5C-C7D87577A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8FE2E-EA6D-2449-44DC-6BCF46999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9A1B-7F04-4391-8059-2D3739FAE6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90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A58D14-C4EB-05F6-F8D3-5C031BC8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478" y="238911"/>
            <a:ext cx="1381125" cy="17049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57E2022-ABDA-B0CB-6B48-13C909D35FE8}"/>
              </a:ext>
            </a:extLst>
          </p:cNvPr>
          <p:cNvSpPr txBox="1"/>
          <p:nvPr/>
        </p:nvSpPr>
        <p:spPr>
          <a:xfrm>
            <a:off x="8237478" y="1943886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1.</a:t>
            </a:r>
            <a:r>
              <a:rPr lang="zh-CN" altLang="en-US" b="1" dirty="0">
                <a:solidFill>
                  <a:srgbClr val="FF0000"/>
                </a:solidFill>
              </a:rPr>
              <a:t>打开文件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A32EBC-8073-F45C-6581-1A620924C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63" y="342820"/>
            <a:ext cx="5324475" cy="1752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63484E-0E45-AFE5-A9DA-CCFF15E5A04E}"/>
              </a:ext>
            </a:extLst>
          </p:cNvPr>
          <p:cNvSpPr txBox="1"/>
          <p:nvPr/>
        </p:nvSpPr>
        <p:spPr>
          <a:xfrm>
            <a:off x="596057" y="2095420"/>
            <a:ext cx="4541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0.</a:t>
            </a:r>
            <a:r>
              <a:rPr lang="zh-CN" altLang="en-US" b="1" dirty="0">
                <a:solidFill>
                  <a:srgbClr val="FF0000"/>
                </a:solidFill>
              </a:rPr>
              <a:t>事前准备，程序和待处理文件放同一目录。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26EF16D-DB4F-E809-92F6-C0F9AA4E8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079" y="2576512"/>
            <a:ext cx="1781175" cy="292417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AE14286-1396-A08C-AA02-6DE1D60421F3}"/>
              </a:ext>
            </a:extLst>
          </p:cNvPr>
          <p:cNvSpPr txBox="1"/>
          <p:nvPr/>
        </p:nvSpPr>
        <p:spPr>
          <a:xfrm>
            <a:off x="456358" y="5606533"/>
            <a:ext cx="4541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光谱数据：波长</a:t>
            </a:r>
            <a:r>
              <a:rPr lang="en-US" altLang="zh-CN" b="1" dirty="0">
                <a:solidFill>
                  <a:srgbClr val="FF0000"/>
                </a:solidFill>
              </a:rPr>
              <a:t>vs</a:t>
            </a:r>
            <a:r>
              <a:rPr lang="zh-CN" altLang="en-US" b="1" dirty="0">
                <a:solidFill>
                  <a:srgbClr val="FF0000"/>
                </a:solidFill>
              </a:rPr>
              <a:t>强度。支持无规律，波长不连续的数据。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83836C-A0F2-AC9E-11DE-F439943D453B}"/>
              </a:ext>
            </a:extLst>
          </p:cNvPr>
          <p:cNvSpPr/>
          <p:nvPr/>
        </p:nvSpPr>
        <p:spPr>
          <a:xfrm>
            <a:off x="140763" y="342820"/>
            <a:ext cx="5192078" cy="60173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008A68-2161-46E5-728B-EB17EF3DBFFA}"/>
              </a:ext>
            </a:extLst>
          </p:cNvPr>
          <p:cNvSpPr/>
          <p:nvPr/>
        </p:nvSpPr>
        <p:spPr>
          <a:xfrm>
            <a:off x="8174893" y="238911"/>
            <a:ext cx="1443710" cy="207430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036D81E-081D-19DF-D8BB-479E41E5F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808" y="2464752"/>
            <a:ext cx="6578817" cy="244936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3B8A4BC0-27A3-3B32-E8B7-045F5DE57FD0}"/>
              </a:ext>
            </a:extLst>
          </p:cNvPr>
          <p:cNvSpPr txBox="1"/>
          <p:nvPr/>
        </p:nvSpPr>
        <p:spPr>
          <a:xfrm>
            <a:off x="6299022" y="4960202"/>
            <a:ext cx="5257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>
                <a:solidFill>
                  <a:srgbClr val="FF0000"/>
                </a:solidFill>
              </a:rPr>
              <a:t>2.</a:t>
            </a:r>
            <a:r>
              <a:rPr lang="zh-CN" altLang="en-US" b="1" dirty="0">
                <a:solidFill>
                  <a:srgbClr val="FF0000"/>
                </a:solidFill>
              </a:rPr>
              <a:t>打开后进入界面，处理光谱输入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，回车，计算平均荧光寿命选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，计算色域选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，计算黑体辐射曲线选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，如此类推。输入</a:t>
            </a:r>
            <a:r>
              <a:rPr lang="en-US" altLang="zh-CN" b="1" dirty="0">
                <a:solidFill>
                  <a:srgbClr val="FF0000"/>
                </a:solidFill>
              </a:rPr>
              <a:t>1~4</a:t>
            </a:r>
            <a:r>
              <a:rPr lang="zh-CN" altLang="en-US" b="1" dirty="0">
                <a:solidFill>
                  <a:srgbClr val="FF0000"/>
                </a:solidFill>
              </a:rPr>
              <a:t>以外的数字或字母退出。</a:t>
            </a:r>
            <a:endParaRPr lang="en-GB" altLang="zh-CN" b="1" dirty="0">
              <a:solidFill>
                <a:srgbClr val="FF0000"/>
              </a:solidFill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处理荧光寿命须准备时间</a:t>
            </a:r>
            <a:r>
              <a:rPr lang="en-US" altLang="zh-CN" b="1" dirty="0">
                <a:solidFill>
                  <a:srgbClr val="FF0000"/>
                </a:solidFill>
              </a:rPr>
              <a:t>vs</a:t>
            </a:r>
            <a:r>
              <a:rPr lang="zh-CN" altLang="en-US" b="1" dirty="0">
                <a:solidFill>
                  <a:srgbClr val="FF0000"/>
                </a:solidFill>
              </a:rPr>
              <a:t>强度的数据。色域计算则准备三个色坐标（</a:t>
            </a:r>
            <a:r>
              <a:rPr lang="en-US" altLang="zh-CN" b="1" dirty="0">
                <a:solidFill>
                  <a:srgbClr val="FF0000"/>
                </a:solidFill>
              </a:rPr>
              <a:t>RGB</a:t>
            </a:r>
            <a:r>
              <a:rPr lang="zh-CN" altLang="en-US" b="1" dirty="0">
                <a:solidFill>
                  <a:srgbClr val="FF0000"/>
                </a:solidFill>
              </a:rPr>
              <a:t>）即可。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E9900F-9D27-D550-D8B2-59825BAE3B60}"/>
              </a:ext>
            </a:extLst>
          </p:cNvPr>
          <p:cNvSpPr/>
          <p:nvPr/>
        </p:nvSpPr>
        <p:spPr>
          <a:xfrm>
            <a:off x="5444456" y="2406883"/>
            <a:ext cx="6692354" cy="407673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0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826B-303A-A433-CAF5-E5DAE4D3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104BA00-BA82-0E88-EFDE-4CA25FD0B557}"/>
              </a:ext>
            </a:extLst>
          </p:cNvPr>
          <p:cNvSpPr txBox="1"/>
          <p:nvPr/>
        </p:nvSpPr>
        <p:spPr>
          <a:xfrm>
            <a:off x="2734190" y="4035411"/>
            <a:ext cx="579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>
                <a:solidFill>
                  <a:srgbClr val="FF0000"/>
                </a:solidFill>
              </a:rPr>
              <a:t>3.</a:t>
            </a:r>
            <a:r>
              <a:rPr lang="zh-CN" altLang="en-US" b="1" dirty="0">
                <a:solidFill>
                  <a:srgbClr val="FF0000"/>
                </a:solidFill>
              </a:rPr>
              <a:t>输入将要处理的数据（光谱）文件名，例如：</a:t>
            </a:r>
            <a:r>
              <a:rPr lang="en-US" altLang="zh-CN" b="1" dirty="0">
                <a:solidFill>
                  <a:srgbClr val="FF0000"/>
                </a:solidFill>
              </a:rPr>
              <a:t>test4.txt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2DE634-695A-46E0-6212-D5450BE0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532" y="126698"/>
            <a:ext cx="8291313" cy="382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7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7226-EF70-A9A6-30B9-D6B7BD9F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C4F09F-23A8-AF30-8233-52D0A7080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17" y="238991"/>
            <a:ext cx="5866306" cy="42858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90AE5E-4019-080F-7E75-BF87F5AF042A}"/>
              </a:ext>
            </a:extLst>
          </p:cNvPr>
          <p:cNvSpPr txBox="1"/>
          <p:nvPr/>
        </p:nvSpPr>
        <p:spPr>
          <a:xfrm>
            <a:off x="531317" y="4617301"/>
            <a:ext cx="5795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altLang="zh-CN" b="1" dirty="0">
                <a:solidFill>
                  <a:srgbClr val="FF0000"/>
                </a:solidFill>
              </a:rPr>
              <a:t>4.</a:t>
            </a:r>
            <a:r>
              <a:rPr lang="zh-CN" altLang="en-US" b="1" dirty="0">
                <a:solidFill>
                  <a:srgbClr val="FF0000"/>
                </a:solidFill>
              </a:rPr>
              <a:t>此时会产生色坐标，显色指数等大量结果。</a:t>
            </a:r>
            <a:endParaRPr lang="en-GB" altLang="zh-CN" b="1" dirty="0">
              <a:solidFill>
                <a:srgbClr val="FF0000"/>
              </a:solidFill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这些结果同时存储在新产生的文件中，以</a:t>
            </a:r>
            <a:r>
              <a:rPr lang="en-US" altLang="zh-CN" b="1" dirty="0">
                <a:solidFill>
                  <a:srgbClr val="FF0000"/>
                </a:solidFill>
              </a:rPr>
              <a:t>test4.txt</a:t>
            </a:r>
            <a:r>
              <a:rPr lang="zh-CN" altLang="en-US" b="1" dirty="0">
                <a:solidFill>
                  <a:srgbClr val="FF0000"/>
                </a:solidFill>
              </a:rPr>
              <a:t>为例，则产生</a:t>
            </a:r>
            <a:r>
              <a:rPr lang="en-GB" altLang="zh-CN" b="1" dirty="0">
                <a:solidFill>
                  <a:srgbClr val="FF0000"/>
                </a:solidFill>
              </a:rPr>
              <a:t>test4.txt_OUT.txt</a:t>
            </a:r>
            <a:r>
              <a:rPr lang="zh-CN" altLang="en-US" b="1" dirty="0">
                <a:solidFill>
                  <a:srgbClr val="FF0000"/>
                </a:solidFill>
              </a:rPr>
              <a:t>文件。</a:t>
            </a:r>
            <a:endParaRPr lang="en-GB" altLang="zh-CN" b="1" dirty="0">
              <a:solidFill>
                <a:srgbClr val="FF0000"/>
              </a:solidFill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并回到最初的</a:t>
            </a:r>
            <a:r>
              <a:rPr lang="en-US" altLang="zh-CN" b="1" dirty="0">
                <a:solidFill>
                  <a:srgbClr val="FF0000"/>
                </a:solidFill>
              </a:rPr>
              <a:t>1/2/3/4</a:t>
            </a:r>
            <a:r>
              <a:rPr lang="zh-CN" altLang="en-US" b="1" dirty="0">
                <a:solidFill>
                  <a:srgbClr val="FF0000"/>
                </a:solidFill>
              </a:rPr>
              <a:t>选择界面。</a:t>
            </a:r>
            <a:endParaRPr lang="en-GB" altLang="zh-CN" b="1" dirty="0">
              <a:solidFill>
                <a:srgbClr val="FF0000"/>
              </a:solidFill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结束</a:t>
            </a:r>
            <a:r>
              <a:rPr lang="en-US" altLang="zh-CN" b="1" dirty="0">
                <a:solidFill>
                  <a:srgbClr val="FF0000"/>
                </a:solidFill>
              </a:rPr>
              <a:t>~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endParaRPr lang="en-GB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29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17B0-5D05-7624-133D-7AEBDB22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027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258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Editor Dr.Wen</dc:creator>
  <cp:lastModifiedBy>Editor Dr.Wen</cp:lastModifiedBy>
  <cp:revision>11</cp:revision>
  <dcterms:created xsi:type="dcterms:W3CDTF">2026-08-22T16:05:25Z</dcterms:created>
  <dcterms:modified xsi:type="dcterms:W3CDTF">2026-08-22T16:28:50Z</dcterms:modified>
</cp:coreProperties>
</file>